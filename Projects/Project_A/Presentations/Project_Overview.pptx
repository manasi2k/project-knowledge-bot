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Revenue_USD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120000</c:v>
                </c:pt>
                <c:pt idx="1">
                  <c:v>150000</c:v>
                </c:pt>
                <c:pt idx="2">
                  <c:v>175000</c:v>
                </c:pt>
                <c:pt idx="3">
                  <c:v>210000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slide. Introduce the programme and the sponsor.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call-centre reduction is the main funding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clear that mobile is a separate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architecture slide. Mention that the gateway verifies tokens so services stay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reviewers care most about the audit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team is split across two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come from Project_Metrics.xlsx.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Launch depends on the security audit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Beta slipped one month because the security audit was rescheduled.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request path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self-service portal for retail banking</a:t>
            </a:r>
          </a:p>
          <a:p>
            <a:r>
              <a:t>Northwind Financial - Digital Channels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call-centre contacts by 30 percent</a:t>
            </a:r>
          </a:p>
          <a:p>
            <a:r>
              <a:t>Digital satisfaction score of 4.2 or higher</a:t>
            </a:r>
          </a:p>
          <a:p>
            <a:r>
              <a:t>Launch core features within 12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In: balances, transactions, statements, card controls, disputes, messaging</a:t>
            </a:r>
          </a:p>
          <a:p>
            <a:r>
              <a:t>Out: loans, investments, mobile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frontend, FastAPI backend, PostgreSQL database</a:t>
            </a:r>
          </a:p>
          <a:p>
            <a:r>
              <a:t>Containers on Kubernetes across two availability zones</a:t>
            </a:r>
          </a:p>
          <a:p>
            <a:r>
              <a:t>JWT authentication: HS256, 15 minute access tokens</a:t>
            </a:r>
          </a:p>
          <a:p>
            <a:r>
              <a:t>API gateway validates every request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TLS 1.2 or higher in transit, AES-256 at rest</a:t>
            </a:r>
          </a:p>
          <a:p>
            <a:r>
              <a:t>Refresh token rotation and revocation</a:t>
            </a:r>
          </a:p>
          <a:p>
            <a:r>
              <a:t>Immutable audit log retained seven years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and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 engineers, 1 designer, 1 product owner</a:t>
            </a:r>
          </a:p>
          <a:p>
            <a:r>
              <a:t>Two-week sprints, staging release every sprint</a:t>
            </a:r>
          </a:p>
          <a:p>
            <a:r>
              <a:t>Monthly usability sessions with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test: 5000 concurrent users, 1.4 s p95 latency</a:t>
            </a:r>
          </a:p>
          <a:p>
            <a:r>
              <a:t>Active users grew from 800 in January to 4890 in December</a:t>
            </a:r>
          </a:p>
          <a:p>
            <a:r>
              <a:t>Annual revenue contribution 655000 USD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complete: Q1</a:t>
            </a:r>
          </a:p>
          <a:p>
            <a:r>
              <a:t>Beta with staff: Q3</a:t>
            </a:r>
          </a:p>
          <a:p>
            <a:r>
              <a:t>Public launch: Q4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7863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54864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Design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Beta with 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Security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Public 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Quarter (native chart)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55448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View</a:t>
            </a:r>
          </a:p>
        </p:txBody>
      </p:sp>
      <p:pic>
        <p:nvPicPr>
          <p:cNvPr id="3" name="Picture 2" descr="a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30567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Chart (picture)</a:t>
            </a:r>
          </a:p>
        </p:txBody>
      </p:sp>
      <p:pic>
        <p:nvPicPr>
          <p:cNvPr id="3" name="Picture 2" descr="r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64008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