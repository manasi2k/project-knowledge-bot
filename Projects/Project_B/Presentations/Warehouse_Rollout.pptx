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Training starts two weeks before each go-live.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Warehouse Rollout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B - three warehouses in three waves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Rollout Schedule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645920"/>
          <a:ext cx="78638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65960"/>
                <a:gridCol w="1965960"/>
                <a:gridCol w="1965960"/>
              </a:tblGrid>
              <a:tr h="571500">
                <a:tc>
                  <a:txBody>
                    <a:bodyPr/>
                    <a:lstStyle/>
                    <a:p>
                      <a:r>
                        <a:t>Warehouse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Go-live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Users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Leeds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June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Bristol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August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Glasgow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October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Two-hour session per shift; supervisors get an extra hour on adjustment approval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